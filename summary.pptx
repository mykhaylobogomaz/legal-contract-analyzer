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Legal Contract Risk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Audit Date: 2026-10-20</a:t>
            </a:r>
          </a:p>
          <a:p>
            <a:r>
              <a:t>Status: CRITICAL RISKS DETECTED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Profile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286000"/>
            <a:ext cx="1828800" cy="1371600"/>
          </a:xfrm>
          <a:prstGeom prst="rect">
            <a:avLst/>
          </a:prstGeom>
          <a:solidFill>
            <a:srgbClr val="0D25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CRITICAL</a:t>
            </a:r>
          </a:p>
          <a:p>
            <a: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0320" y="2286000"/>
            <a:ext cx="1828800" cy="1371600"/>
          </a:xfrm>
          <a:prstGeom prst="rect">
            <a:avLst/>
          </a:prstGeom>
          <a:solidFill>
            <a:srgbClr val="0D25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HIGH</a:t>
            </a:r>
          </a:p>
          <a:p>
            <a: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2286000"/>
            <a:ext cx="1828800" cy="1371600"/>
          </a:xfrm>
          <a:prstGeom prst="rect">
            <a:avLst/>
          </a:prstGeom>
          <a:solidFill>
            <a:srgbClr val="0D25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MEDIUM</a:t>
            </a:r>
          </a:p>
          <a:p>
            <a: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2286000"/>
            <a:ext cx="1828800" cy="1371600"/>
          </a:xfrm>
          <a:prstGeom prst="rect">
            <a:avLst/>
          </a:prstGeom>
          <a:solidFill>
            <a:srgbClr val="0D25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LOW</a:t>
            </a:r>
          </a:p>
          <a:p>
            <a: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Priority Critical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• Unilateral Decision Power: sole discretion</a:t>
            </a:r>
          </a:p>
          <a:p>
            <a:r>
              <a:t>• Unilateral Modification: at any time without notice</a:t>
            </a:r>
          </a:p>
          <a:p>
            <a:r>
              <a:t>• Unilateral Decision Power: sole discretion</a:t>
            </a:r>
          </a:p>
          <a:p>
            <a:r>
              <a:t>• Unilateral Decision Power: sole discretion</a:t>
            </a:r>
          </a:p>
          <a:p>
            <a:r>
              <a:t>• Unilateral Decision Power: sole discretion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Legal Strategy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Negotiate mutual termination rights.</a:t>
            </a:r>
          </a:p>
          <a:p>
            <a:r>
              <a:t>Insert mandatory cure periods for all breaches.</a:t>
            </a:r>
          </a:p>
          <a:p>
            <a:r>
              <a:t>Cap indemnification and liquidated damages.</a:t>
            </a:r>
          </a:p>
          <a:p>
            <a:r>
              <a:t>Carve out pre-existing IP from assignment clauses.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Audit Verdict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RISK. The contract is heavily skewed in favor of the Franchisor. Critical clauses lack balance and expose the Franchisee to unlimited liability. Signing is NOT recommended without legal redlining.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